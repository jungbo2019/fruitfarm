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9728" cy="347472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A23C"/>
                </a:solidFill>
              </a:defRPr>
            </a:pPr>
            <a:r>
              <a:t>FRUIT FARM PHU QUOC 2호점 (VƯỜN HOA QUẢ)</a:t>
            </a:r>
          </a:p>
          <a:p>
            <a:pPr>
              <a:spcBef>
                <a:spcPts val="1000"/>
              </a:spcBef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온·오프라인 옴니채널 사업계획서</a:t>
            </a:r>
            <a:br/>
            <a:r>
              <a:t>및 가이드 이중가격제 운영 전략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소나시 12가 실제 쇼룸 거점 기반 옴니채널</a:t>
            </a:r>
            <a:br/>
            <a:r>
              <a:t>• 타업체(엘스토어·롯데마트) 실증 비교 &amp; 차별화</a:t>
            </a:r>
            <a:br/>
            <a:r>
              <a:t>• 가이드 B2B 수수료(RS 25%) 이중가격제 시스템</a:t>
            </a:r>
            <a:br/>
            <a:r>
              <a:t>• PC 바코드 선입선출(FEFO) 스마트 재고관리 &amp; SNS 바이럴</a:t>
            </a:r>
          </a:p>
        </p:txBody>
      </p:sp>
      <p:pic>
        <p:nvPicPr>
          <p:cNvPr id="5" name="Picture 4" descr="store_ex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645920"/>
            <a:ext cx="3474720" cy="160502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5486400"/>
            <a:ext cx="10332720" cy="73152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532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사업장: SV2A - V07 Khu Sonasea Bãi Trường, Phú Quốc (소나시 12가)  |  전화: +84 386 074 755  |  2026 Q4 전략본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A23C"/>
                </a:solidFill>
              </a:defRPr>
            </a:pPr>
            <a:r>
              <a:t>FRUIT FARM 푸꾸옥 2호점 사업계획서  |  PHYSICAL SHOWROOM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푸꾸옥 2호점 실제 쇼룸 인프라 및 입지 경쟁력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 / 9</a:t>
            </a:r>
          </a:p>
        </p:txBody>
      </p:sp>
      <p:pic>
        <p:nvPicPr>
          <p:cNvPr id="6" name="Picture 5" descr="store_shelves_pro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291840" cy="1520547"/>
          </a:xfrm>
          <a:prstGeom prst="rect">
            <a:avLst/>
          </a:prstGeom>
        </p:spPr>
      </p:pic>
      <p:pic>
        <p:nvPicPr>
          <p:cNvPr id="7" name="Picture 6" descr="store_interior_tast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3291840" cy="152054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645920"/>
            <a:ext cx="7132320" cy="457200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E6A23C"/>
                </a:solidFill>
              </a:defRPr>
            </a:pPr>
            <a:r>
              <a:t>소나시 바이쯔엉(Sonasea 12가) 직영 쇼룸의 4대 핵심 자산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✔ 최고급 리조트 벨트 최적의 입지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노보텔, 풀만, 인터컨티넨탈, 베스트웨스턴 등 한국인 여행객 밀집 특급 리조트 도보 5분 거리. 소나시 야시장 메인 스트리트 입지로 자연스러운 워킹 트래픽 유입.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✔ 상시 위생 무료 시식 라운지 운영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원목 &amp; 라탄 테이블에서 골드망고, 건용안, 과일청 전 품목을 구매 전 시식. 시식을 통한 압도적 품질 확인이 1인당 $100 세트 구매 전환율 70% 이상 견인.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✔ 현장 정찰제 프로모션 (180g 10+2 / 400g 5+1)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재래시장의 불투명한 흥정과 달리, 진열대 전면 정찰제 태그 부착. 매장 구매와 온라인 주문의 가격 일원화로 신뢰도 100% 확보.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✔ 가이드 전용 웰컴 라운지 &amp; 무료 샘플 수령처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푸꾸옥 현지 가이드 및 인솔자가 편하게 방문하여 노쇼핑/쇼핑1회 팀 무료 샘플팩을 수령하고 25% RS 정산 내역을 현장에서 즉시 확인 가능.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A23C"/>
                </a:solidFill>
              </a:defRPr>
            </a:pPr>
            <a:r>
              <a:t>FRUIT FARM 푸꾸옥 2호점 사업계획서  |  MARKET &amp;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시장 환경 분석 &amp; 관광객 3대 핵심 페인포인트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7171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항공사 위탁수하물 15kg 엄격 제한</a:t>
            </a:r>
          </a:p>
          <a:p>
            <a:pPr>
              <a:spcAft>
                <a:spcPts val="1600"/>
              </a:spcAft>
              <a:defRPr sz="1100">
                <a:solidFill>
                  <a:srgbClr val="CBD5E1"/>
                </a:solidFill>
              </a:defRPr>
            </a:pPr>
            <a:r>
              <a:t>LCC 항공사(비엣젯, 진에어, 제주항공 등)의 무료 위탁수하물 15kg 규제로 인해, 현지에서 대량 선물 구매 시 1kg당 1.5만~2만원의 막대한 초과운임 발생.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해결책: $100 이상 구매 시 한국 집 앞 100% 무료 직배송 (Zero Baggage 캐리어 부담 제거)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38328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7171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식물검역법 생망고 국내 반입 절대 금지</a:t>
            </a:r>
          </a:p>
          <a:p>
            <a:pPr>
              <a:spcAft>
                <a:spcPts val="1600"/>
              </a:spcAft>
              <a:defRPr sz="1100">
                <a:solidFill>
                  <a:srgbClr val="CBD5E1"/>
                </a:solidFill>
              </a:defRPr>
            </a:pPr>
            <a:r>
              <a:t>대한민국 식물방역법상 생망고 등 생과일은 검역 금지 품목으로, 인천공항 적발 시 전량 폐기 몰수 및 최대 300만원 과태료 처분 대상.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해결책: HACCP 인증 호치민 공장 정식 가공 밀봉 건과일 &amp; 과일청 ($150 면세 합법 세관 통관)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338328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7171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재래시장(야시장/한시장)의 위생 불신 &amp; 바가지</a:t>
            </a:r>
          </a:p>
          <a:p>
            <a:pPr>
              <a:spcAft>
                <a:spcPts val="1600"/>
              </a:spcAft>
              <a:defRPr sz="1100">
                <a:solidFill>
                  <a:srgbClr val="CBD5E1"/>
                </a:solidFill>
              </a:defRPr>
            </a:pPr>
            <a:r>
              <a:t>설탕 범벅 저질 망고, 파리/먼지 노출, 포장 갈이, 저울 무게 속임수, 카드 결제 거부로 인한 한국인 관광객의 지속적인 피로감 및 불만 누적.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해결책: 100% 무설탕 저온건조 골드망고 정찰제 + 상시 시식존 + 카드/계좌이체 영수증 발급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A23C"/>
                </a:solidFill>
              </a:defRPr>
            </a:pPr>
            <a:r>
              <a:t>FRUIT FARM 푸꾸옥 2호점 사업계획서  |  COMPETITOR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타업체 심층 비교 분석 및 차별화 전략 매트릭스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4 /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03120"/>
                <a:gridCol w="2103120"/>
                <a:gridCol w="237744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구분 / 평가 항목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재래시장 (즈엉동 야시장)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대형마트 (롯데마트/킹콩)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엘스토어 (L-Store 다낭)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1120"/>
                          </a:solidFill>
                        </a:defRPr>
                      </a:pPr>
                      <a:r>
                        <a:t>FRUIT FARM 푸꾸옥 2호점</a:t>
                      </a:r>
                    </a:p>
                  </a:txBody>
                  <a:tcPr>
                    <a:solidFill>
                      <a:srgbClr val="E6A23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위생 &amp; 가공 인증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HACCP 부재, 야외 상온노출</a:t>
                      </a:r>
                    </a:p>
                    <a:p>
                      <a:r>
                        <a:t>설탕 다량 첨가, 비위생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시판 공장형 대량 유통</a:t>
                      </a:r>
                    </a:p>
                    <a:p>
                      <a:r>
                        <a:t>방부제·설탕 첨가 다수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자체 포장 프리미엄화</a:t>
                      </a:r>
                    </a:p>
                    <a:p>
                      <a:r>
                        <a:t>오가닉 컨셉, 청결 매장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DE2AA"/>
                          </a:solidFill>
                        </a:defRPr>
                      </a:pPr>
                      <a:r>
                        <a:t>★ HACCP 인증 호치민 공장</a:t>
                      </a:r>
                    </a:p>
                    <a:p>
                      <a:r>
                        <a:t>100% 무설탕 저온건조 공법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가격 및 정찰제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흥정 필수, 바가지 성행</a:t>
                      </a:r>
                    </a:p>
                    <a:p>
                      <a:r>
                        <a:t>카드 불가 (현금만 수취)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정찰제, 영수증 발급</a:t>
                      </a:r>
                    </a:p>
                    <a:p>
                      <a:r>
                        <a:t>선물용 번들 할인 미흡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정찰제, 여행카페 3% 할인</a:t>
                      </a:r>
                    </a:p>
                    <a:p>
                      <a:r>
                        <a:t>패키지 고급화로 객단가 ↑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DE2AA"/>
                          </a:solidFill>
                        </a:defRPr>
                      </a:pPr>
                      <a:r>
                        <a:t>★ $100 프로모션 (10+2 / 5+1)</a:t>
                      </a:r>
                    </a:p>
                    <a:p>
                      <a:r>
                        <a:t>단품 10$ 완전 정찰제 &amp; 투명성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물류 및 배송 편의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배달 불가, 직접 휴대 운반</a:t>
                      </a:r>
                    </a:p>
                    <a:p>
                      <a:r>
                        <a:t>수하물 무게 초과 직격탄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Speed L 앱 배송 (숙소 로비)</a:t>
                      </a:r>
                    </a:p>
                    <a:p>
                      <a:r>
                        <a:t>한국 직배송 불가 (수하물 限)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시내 픽업 위주</a:t>
                      </a:r>
                    </a:p>
                    <a:p>
                      <a:r>
                        <a:t>한국 항공 택배 서비스 제한적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DE2AA"/>
                          </a:solidFill>
                        </a:defRPr>
                      </a:pPr>
                      <a:r>
                        <a:t>★ 한국 무료 직배송 (Zero-Baggage)</a:t>
                      </a:r>
                    </a:p>
                    <a:p>
                      <a:r>
                        <a:t>+ 푸꾸옥 리조트 당일 2시간 배송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가이드 제휴 (B2B RS)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개별 흥정 리베이트 (불투명)</a:t>
                      </a:r>
                    </a:p>
                    <a:p>
                      <a:r>
                        <a:t>정산 분쟁 다수 발생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가이드 수수료 일절 없음</a:t>
                      </a:r>
                    </a:p>
                    <a:p>
                      <a:r>
                        <a:t>(B2B 유인책 전무)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여행사 제휴 바우처 모델</a:t>
                      </a:r>
                    </a:p>
                    <a:p>
                      <a:r>
                        <a:t>(사전 협약 가이드 일부)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DE2AA"/>
                          </a:solidFill>
                        </a:defRPr>
                      </a:pPr>
                      <a:r>
                        <a:t>★ 이중 가격제 &amp; 25% 즉시 정산</a:t>
                      </a:r>
                    </a:p>
                    <a:p>
                      <a:r>
                        <a:t>가이드 전용 링크/QR 시스템화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체험 및 쇼핑 편의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위생 문제로 시식 기피</a:t>
                      </a:r>
                    </a:p>
                    <a:p>
                      <a:r>
                        <a:t>언어 소통 불편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시식 제한적, 직원 응대 부족</a:t>
                      </a:r>
                    </a:p>
                    <a:p>
                      <a:r>
                        <a:t>장바구니형 쇼핑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무료 시음/시식 바 완비</a:t>
                      </a:r>
                    </a:p>
                    <a:p>
                      <a:r>
                        <a:t>한국어 전담 직원 상주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DE2AA"/>
                          </a:solidFill>
                        </a:defRPr>
                      </a:pPr>
                      <a:r>
                        <a:t>★ 전메뉴 무료 시식 + 맞춤 DIY</a:t>
                      </a:r>
                    </a:p>
                    <a:p>
                      <a:r>
                        <a:t>가이드 사전 무료 샘플팩 공급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A23C"/>
                </a:solidFill>
              </a:defRPr>
            </a:pPr>
            <a:r>
              <a:t>FRUIT FARM 푸꾸옥 2호점 사업계획서  |  DUAL PRICING &amp; B2B 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이중 가격제(Dual Pricing) 및 가이드 B2B 수수료(RS)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5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1. 일반 관광객 노출 화면 (B2C)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소비자 정상 판매가 노출 및 가치 제안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기획 세트 소비자 정가: $100.00 (₩138,000 / 10+2 세트)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$100 이상 결제 시: 한국 자택 무료 직배송 혜택 자동 적용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푸꾸옥 리조트 배달: 그랩 퀵으로 2시간 내 로비 무료 배송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면세 보증: 1인당 $150 관세청 소액면세 한도 내 안전 통관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가이드 커미션 정보 완벽 차단: 손님 화면에는 순수 정가와 사은 혜택만 노출되어 브랜드 신뢰도 100% 확보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E6A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6A23C"/>
                </a:solidFill>
              </a:defRPr>
            </a:pPr>
            <a:r>
              <a:t>2. 가이드 파트너 전용 화면 (B2B RS)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공급 원가 + 실시간 25% 수수료 자동 누적</a:t>
            </a:r>
          </a:p>
          <a:p>
            <a:pPr>
              <a:spcAft>
                <a:spcPts val="400"/>
              </a:spcAft>
              <a:defRPr sz="1100">
                <a:solidFill>
                  <a:srgbClr val="FDE2AA"/>
                </a:solidFill>
              </a:defRPr>
            </a:pPr>
            <a:r>
              <a:t>• 가이드 B2B 공급가: $75.00 (₩103,500) | 마진 25% 보장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실시간 RS 적립금: 세트당 $25.00 (₩34,500) 즉시 누적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나만의 손님 전용 주문 링크 발급: (?ref=GUIDE_KIM)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  - 손님이 링크로 주문 시, 손님은 $100 정가만 보고 가이드 장부로 자동 수수료 적립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실시간 정산 원장: 관리자 페이지 연동으로 당일 동화(VND)/한화(KRW) 즉시 결산 지원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노쇼핑/쇼핑1회 팀 지원: 10개들이 무료 맛보기 샘플팩 무제한 공급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A23C"/>
                </a:solidFill>
              </a:defRPr>
            </a:pPr>
            <a:r>
              <a:t>FRUIT FARM 푸꾸옥 2호점 사업계획서  |  OPERATIONS &amp; FEFO WMS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스마트 물류 운영 체계 &amp; PC 바코드 FEFO 선입선출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6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A23C"/>
                </a:solidFill>
              </a:defRPr>
            </a:pPr>
            <a:r>
              <a:t>STEP 01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호치민 공장 입고 &amp; 바코드 등록</a:t>
            </a:r>
          </a:p>
          <a:p>
            <a:pPr>
              <a:spcAft>
                <a:spcPts val="1600"/>
              </a:spcAft>
              <a:defRPr sz="1100">
                <a:solidFill>
                  <a:srgbClr val="CBD5E1"/>
                </a:solidFill>
              </a:defRPr>
            </a:pPr>
            <a:r>
              <a:t>호치민 직영 HACCP 공장에서 생산 직후 푸꾸옥 2호점 입고. 입고일시 및 유통기한(EXP) 기반 로트 바코드 자동 매핑 (8936...)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▶ 입고 LOT 등록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A23C"/>
                </a:solidFill>
              </a:defRPr>
            </a:pPr>
            <a:r>
              <a:t>STEP 02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FEFO 기반 선입선출 자동 배정</a:t>
            </a:r>
          </a:p>
          <a:p>
            <a:pPr>
              <a:spcAft>
                <a:spcPts val="1600"/>
              </a:spcAft>
              <a:defRPr sz="1100">
                <a:solidFill>
                  <a:srgbClr val="CBD5E1"/>
                </a:solidFill>
              </a:defRPr>
            </a:pPr>
            <a:r>
              <a:t>PC 바코드 스캐너를 찍는 순간, 유통기한이 가장 임박한 로트(선도 관리 최우선)부터 자동 감산. 재고 오출고 및 유통기한 경과 0% 달성.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▶ FEFO 자동 감산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A23C"/>
                </a:solidFill>
              </a:defRPr>
            </a:pPr>
            <a:r>
              <a:t>STEP 03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푸꾸옥 리조트 당일 배송 (2시간)</a:t>
            </a:r>
          </a:p>
          <a:p>
            <a:pPr>
              <a:spcAft>
                <a:spcPts val="1600"/>
              </a:spcAft>
              <a:defRPr sz="1100">
                <a:solidFill>
                  <a:srgbClr val="CBD5E1"/>
                </a:solidFill>
              </a:defRPr>
            </a:pPr>
            <a:r>
              <a:t>현지 여행객 리조트(빈펄, 프리미어빌리지, 인터컨티넨탈 등) 로비로 그랩 퀵 배송. 객실 냉장 보관 및 선물 포장 완료 전달.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▶ 로컬 2시간 딜리버리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A23C"/>
                </a:solidFill>
              </a:defRPr>
            </a:pPr>
            <a:r>
              <a:t>STEP 04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한국 직배송 &amp; 무사통관 풀필먼트</a:t>
            </a:r>
          </a:p>
          <a:p>
            <a:pPr>
              <a:spcAft>
                <a:spcPts val="1600"/>
              </a:spcAft>
              <a:defRPr sz="1100">
                <a:solidFill>
                  <a:srgbClr val="CBD5E1"/>
                </a:solidFill>
              </a:defRPr>
            </a:pPr>
            <a:r>
              <a:t>개인통관고유부호(P번호) 자동 검증 + 관세청 면세 150$ 미만 패키징. 항공 특송으로 귀국일정에 맞춰 고객 집 앞 문앞 배송.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▶ Zero-Baggage 3일 배송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A23C"/>
                </a:solidFill>
              </a:defRPr>
            </a:pPr>
            <a:r>
              <a:t>FRUIT FARM 푸꾸옥 2호점 사업계획서  |  SNS &amp; VIRAL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SNS 바이럴 및 여행자 커뮤니티 전방위 마케팅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7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6A23C"/>
                </a:solidFill>
              </a:defRPr>
            </a:pPr>
            <a:r>
              <a:t>1. 네이버 여행 카페 제휴  |  푸꾸옥고스트 · 체크인푸꾸옥 · 다낭도깨비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• 제휴 등급 혜택: 카페 회원 전용 5% 추가 할인 or 미니 과일청 1병 증정</a:t>
            </a:r>
            <a:br/>
            <a:r>
              <a:t>• 무료 시식 교환권 배포: 즈엉동 매장 방문 유도 (워킹 트래픽 폭증)</a:t>
            </a:r>
            <a:br/>
            <a:r>
              <a:t>• 실제 구매자 '내돈내산' 생생 후기 작성 시 카카오페이 5천원 페이백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6A23C"/>
                </a:solidFill>
              </a:defRPr>
            </a:pPr>
            <a:r>
              <a:t>2. 인스타그램 &amp; 틱톡 숏폼  |  2030 자유여행객 &amp; 가족 단위 여행자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• 릴스 챌린지: '풀빌라 수영장에서 즐기는 리얼 망고청 에이드 레시피'</a:t>
            </a:r>
            <a:br/>
            <a:r>
              <a:t>• '귀국할 때 캐리어 무게 0kg 비법: 푸룻팜 한국 무료 직배송 언박싱'</a:t>
            </a:r>
            <a:br/>
            <a:r>
              <a:t>• 매월 베스트 숏폼 리뷰어 선정: 푸꾸옥 특급 리조트 숙박권 증정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6A23C"/>
                </a:solidFill>
              </a:defRPr>
            </a:pPr>
            <a:r>
              <a:t>3. 현지 가이드 네트워크 (B2B)  |  하나투어 · 모두투어 · 노랑풍선 인솔자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• 버스 탑승객 전원 웰컴 시식팩 무료 협찬 (가이드 부담 제로)</a:t>
            </a:r>
            <a:br/>
            <a:r>
              <a:t>• 1인당 QR 리플렛 배부 -&gt; 버스 안에서 모바일 즉시 주문 유도</a:t>
            </a:r>
            <a:br/>
            <a:r>
              <a:t>• 주문 발생 즉시 가이드 카카오톡으로 실시간 25% 수수료 적립 알림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6A23C"/>
                </a:solidFill>
              </a:defRPr>
            </a:pPr>
            <a:r>
              <a:t>4. 카카오톡 채널 &amp; 재구매  |  귀국 후 한국 거주 기구매 고객 (리텐션)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• 통관 진행 상황 &amp; 배송 조회 카카오 알림톡 실시간 전송 (신뢰도 극대화)</a:t>
            </a:r>
            <a:br/>
            <a:r>
              <a:t>• 귀국 30일 후 '베트남 여행의 감동 다시 느끼기' 재구매 10% 쿠폰 발송</a:t>
            </a:r>
            <a:br/>
            <a:r>
              <a:t>• 계절별 제철 열대과일(망고스틴, 두리안 건과) 사전 예약 판매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A23C"/>
                </a:solidFill>
              </a:defRPr>
            </a:pPr>
            <a:r>
              <a:t>FRUIT FARM 푸꾸옥 2호점 사업계획서  |  FINANCIAL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일·월·년 재무 예측 및 월 매출 1.2억원 달성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8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월간 손익 구조 분석 (월 900세트 기준)</a:t>
            </a:r>
          </a:p>
          <a:p>
            <a:pPr>
              <a:spcBef>
                <a:spcPts val="400"/>
              </a:spcBef>
              <a:defRPr sz="1100" b="1">
                <a:solidFill>
                  <a:srgbClr val="E6A23C"/>
                </a:solidFill>
              </a:defRPr>
            </a:pPr>
            <a:r>
              <a:t>• 총 매출액 (Gross Revenue): 124,200,000원 ($90,000) [100.0%]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</a:defRPr>
            </a:pPr>
            <a:r>
              <a:t>• 제조 원가 (COGS - 호치민 공장): 43,470,000원 ($31,500) [35.0%]</a:t>
            </a:r>
          </a:p>
          <a:p>
            <a:pPr>
              <a:spcBef>
                <a:spcPts val="400"/>
              </a:spcBef>
              <a:defRPr sz="1100" b="0">
                <a:solidFill>
                  <a:srgbClr val="38BDF8"/>
                </a:solidFill>
              </a:defRPr>
            </a:pPr>
            <a:r>
              <a:t>• 가이드 B2B 수수료 (RS 25%): 31,050,000원 ($22,500) [25.0%]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</a:defRPr>
            </a:pPr>
            <a:r>
              <a:t>• 국제 항공특송 &amp; 그랩 물류비: 7,452,000원 ($5,400) [6.0%]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</a:defRPr>
            </a:pPr>
            <a:r>
              <a:t>• 마케팅 &amp; 카페 제휴 비용: 6,210,000원 ($4,500) [5.0%]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</a:defRPr>
            </a:pPr>
            <a:r>
              <a:t>• 매장 임대료 &amp; 인건비(현지 2명): 3,500,000원 ($2,536) [2.8%]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• 최종 영업이익 (Operating Profit): 32,518,000원 ($23,564) [26.2%]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E6A23C"/>
                </a:solidFill>
              </a:defRPr>
            </a:pPr>
            <a:r>
              <a:t>매출 스케일업 마일스톤 (일·월·년)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▶ 일일 운영 목표 (Daily)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하루 30세트 판매 ($3,000 / ₩4,140,000)</a:t>
            </a:r>
            <a:br/>
            <a:r>
              <a:t>• 가이드 제휴팀(20세트) + 매장 워킹/온라인(10세트)</a:t>
            </a:r>
            <a:br/>
            <a:r>
              <a:t>• 일 영업이익: 약 1,080,000원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▶ 월간 운영 목표 (Monthly)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월 900세트 판매 ($90,000 / ₩124,200,000)</a:t>
            </a:r>
            <a:br/>
            <a:r>
              <a:t>• 전담 가이드 파트너 30명 가동 (인당 월 25세트 유치)</a:t>
            </a:r>
            <a:br/>
            <a:r>
              <a:t>• 월 순 영업이익: 약 3,250만원 (이익률 26.2%)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▶ 연간 운영 목표 (Yearly)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연 10,800세트 판매 ($1,080,000 / ₩14.9억원)</a:t>
            </a:r>
            <a:br/>
            <a:r>
              <a:t>• 성수기(11월~4월) 집중 프로모션 및 나트랑 3호점 확장</a:t>
            </a:r>
            <a:br/>
            <a:r>
              <a:t>• 연간 누적 영업이익: 약 3.9억원 창출 달성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A23C"/>
                </a:solidFill>
              </a:defRPr>
            </a:pPr>
            <a:r>
              <a:t>FRUIT FARM 푸꾸옥 2호점 사업계획서  |  ACTION PLAN &amp;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즉각 실행 30일 액션 플랜 &amp; 핵심 관리 지표(KPI)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9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A23C"/>
                </a:solidFill>
              </a:defRPr>
            </a:pPr>
            <a:r>
              <a:t>WEEK 1 (Day 1 ~ 7)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시스템 안착 &amp; 매장 셋업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PC 바코드 스캐너 연동 완료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16개 품목 바코드 태그 부착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FEFO 로트별 유통기한 등록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매장 무료 시식 쇼룸 세팅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A23C"/>
                </a:solidFill>
              </a:defRPr>
            </a:pPr>
            <a:r>
              <a:t>WEEK 2 (Day 8 ~ 14)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가이드 파트너십 1차 가동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푸꾸옥 가이드 30명 네트워킹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무료 샘플 키트 100세트 배포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개인별 주문 QR 코드 발급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B2B RS 25% 정산 체계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A23C"/>
                </a:solidFill>
              </a:defRPr>
            </a:pPr>
            <a:r>
              <a:t>WEEK 3 (Day 15 ~ 21)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온라인 바이럴 캠페인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푸꾸옥고스트 제휴 배너 게재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인스타그램 릴스 체험단 20명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리조트 룸 배달 퀵망 확정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한국 직배송 항공 스케줄 점검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27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A23C"/>
                </a:solidFill>
              </a:defRPr>
            </a:pPr>
            <a:r>
              <a:t>WEEK 4 (Day 22 ~ 30)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월 매출 1억 궤도 진입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일 판매 30세트 돌파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가이드 주간 정산 리포트 발행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재구매 카카오 쿠폰 발송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✔ 피드백 반영 2호점 안정화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